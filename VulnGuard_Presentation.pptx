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E94560"/>
                </a:solidFill>
              </a:rPr>
              <a:t>VulnGuard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0F0F0"/>
                </a:solidFill>
              </a:rPr>
              <a:t>AI-Driven Autonomous Vulnerability Detection &amp; Remediation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4560"/>
                </a:solidFill>
              </a:rPr>
              <a:t>Problem Statement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0"/>
                </a:solidFill>
              </a:rPr>
              <a:t>Manual vulnerability discovery and patching takes weeks. Critical infrastructure needs faster, autonomous remediation.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4560"/>
                </a:solidFill>
              </a:rPr>
              <a:t>Our Solution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0" y="27432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0"/>
                </a:solidFill>
              </a:rPr>
              <a:t>LLM-powered cyber-reasoning system that finds vulnerabilities, generates patches, and proves fixes work—all autonomously.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3460"/>
                </a:solidFill>
              </a:rPr>
              <a:t>Detailed Methodology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</a:rPr>
              <a:t>1. Static Analysis: Semgrep scans code for patterns matching known vulnerability types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</a:rPr>
              <a:t>2. Dynamic Fuzzing: Custom fuzzer generates test inputs to expose edge cases and crashes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</a:rPr>
              <a:t>3. Vulnerability Detection: Combined results identify security flaws with confidence scoring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</a:rPr>
              <a:t>4. LLM Patch Generation: Groq/Gemini generates contextually aware security patches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</a:rPr>
              <a:t>5. Regression Testing: pytest validates patches don't break existing functionality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5204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</a:rPr>
              <a:t>6. Confidence Scoring: Risk assessment determines patch reliability and safety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3460"/>
                </a:solidFill>
              </a:rPr>
              <a:t>Technology Stack &amp; Architecture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</a:rPr>
              <a:t>Tech Stack: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</a:rPr>
              <a:t>Static Analysis: Semgrep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</a:rPr>
              <a:t>Dynamic Fuzzing: Custom Python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</a:rPr>
              <a:t>LLM: Groq / Gemini / OpenRouter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</a:rPr>
              <a:t>Vulnerability DB: NVD API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</a:rPr>
              <a:t>Testing: pytest, coverage.py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32461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</a:rPr>
              <a:t>Backend: Python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0" y="1005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</a:rPr>
              <a:t>System Flow: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417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2D2D"/>
                </a:solidFill>
              </a:rPr>
              <a:t>Source Code 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37760" y="17830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2D2D"/>
                </a:solidFill>
              </a:rPr>
              <a:t>Static + Dynamic Analysis ↓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37760" y="2148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2D2D"/>
                </a:solidFill>
              </a:rPr>
              <a:t>Vulnerability Detection 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2514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2D2D"/>
                </a:solidFill>
              </a:rPr>
              <a:t>LLM Patch Generation 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0" y="28803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2D2D"/>
                </a:solidFill>
              </a:rPr>
              <a:t>Regression Testing ↓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32461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2D2D"/>
                </a:solidFill>
              </a:rPr>
              <a:t>Audit &amp; Deploy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3460"/>
                </a:solidFill>
              </a:rPr>
              <a:t>Salient Features &amp; Novelty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</a:rPr>
              <a:t>Autonomous End-to-End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</a:rPr>
              <a:t>Finds vulnerabilities, generates patches, and validates fixes without human intervention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</a:rPr>
              <a:t>AI-Powered Reasoning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</a:rPr>
              <a:t>LLM-driven patch generation ensures context-aware, semantically correct security fixes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</a:rPr>
              <a:t>Real-Time Validation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</a:rPr>
              <a:t>Regression test harness proves patches work and don't introduce new vulnerabilities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3611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</a:rPr>
              <a:t>Armed Forces Ready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9319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</a:rPr>
              <a:t>Designed for critical infrastructure scale with audit trails and compliance logging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94560"/>
                </a:solidFill>
              </a:rPr>
              <a:t>Final Deliverables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0"/>
                </a:solidFill>
              </a:rPr>
              <a:t>Expected Outcomes: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0F0"/>
                </a:solidFill>
              </a:rPr>
              <a:t>Working autonomous vulnerability detection system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0F0"/>
                </a:solidFill>
              </a:rPr>
              <a:t>Proof-of-concept on real vulnerable codebases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0F0"/>
                </a:solidFill>
              </a:rPr>
              <a:t>Automated patch generation with validation harness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0F0"/>
                </a:solidFill>
              </a:rPr>
              <a:t>Performance metrics and confidence scoring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31089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0F0"/>
                </a:solidFill>
              </a:rPr>
              <a:t>Full GitHub repository with documentation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0"/>
                </a:solidFill>
              </a:rPr>
              <a:t>Performance Objectives: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4630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0F0"/>
                </a:solidFill>
              </a:rPr>
              <a:t>Time-to-patch: &lt; 5 minutes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937760" y="18745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0F0"/>
                </a:solidFill>
              </a:rPr>
              <a:t>Vulnerability detection accuracy: &gt; 85%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37760" y="22860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0F0"/>
                </a:solidFill>
              </a:rPr>
              <a:t>Patch success rate: &gt; 90%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37760" y="26974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0F0"/>
                </a:solidFill>
              </a:rPr>
              <a:t>Zero regression test failures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31089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0F0"/>
                </a:solidFill>
              </a:rPr>
              <a:t>Scalable to Armed Forces infrastructure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2026-08-12T10:38:00Z</dcterms:created>
  <dcterms:modified xsi:type="dcterms:W3CDTF">2026-08-12T10:38:00Z</dcterms:modified>
</cp:coreProperties>
</file>